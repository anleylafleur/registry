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483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SoccerRegistry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Global Player Intelligence &amp; Registration Backbone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Financial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SaaS recurring revenue model</a:t>
            </a:r>
          </a:p>
          <a:p>
            <a:pPr>
              <a:defRPr sz="1800"/>
            </a:pPr>
            <a:r>
              <a:t>Multi-tier pricing strategy</a:t>
            </a:r>
          </a:p>
          <a:p>
            <a:pPr>
              <a:defRPr sz="1800"/>
            </a:pPr>
            <a:r>
              <a:t>Low marginal cost scalability</a:t>
            </a:r>
          </a:p>
          <a:p>
            <a:pPr>
              <a:defRPr sz="1800"/>
            </a:pPr>
            <a:r>
              <a:t>High lifetime value per customer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SaaS subscriptions (Associations, Clubs)</a:t>
            </a:r>
          </a:p>
          <a:p>
            <a:pPr>
              <a:defRPr sz="1800"/>
            </a:pPr>
            <a:r>
              <a:t>Premium analytics modules</a:t>
            </a:r>
          </a:p>
          <a:p>
            <a:pPr>
              <a:defRPr sz="1800"/>
            </a:pPr>
            <a:r>
              <a:t>Data services</a:t>
            </a:r>
          </a:p>
          <a:p>
            <a:pPr>
              <a:defRPr sz="1800"/>
            </a:pPr>
            <a:r>
              <a:t>API monetisation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Pricing –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Starter: $5K/year</a:t>
            </a:r>
          </a:p>
          <a:p>
            <a:pPr>
              <a:defRPr sz="1800"/>
            </a:pPr>
            <a:r>
              <a:t>Growth: $15K/year</a:t>
            </a:r>
          </a:p>
          <a:p>
            <a:pPr>
              <a:defRPr sz="1800"/>
            </a:pPr>
            <a:r>
              <a:t>Enterprise: $50K+/year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Pricing – Clubs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Small: $500/year</a:t>
            </a:r>
          </a:p>
          <a:p>
            <a:pPr>
              <a:defRPr sz="1800"/>
            </a:pPr>
            <a:r>
              <a:t>Medium: $1.5K/year</a:t>
            </a:r>
          </a:p>
          <a:p>
            <a:pPr>
              <a:defRPr sz="1800"/>
            </a:pPr>
            <a:r>
              <a:t>Large: $5K/year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Premium Add-ons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Scouting Intelligence: $2K/year</a:t>
            </a:r>
          </a:p>
          <a:p>
            <a:pPr>
              <a:defRPr sz="1800"/>
            </a:pPr>
            <a:r>
              <a:t>Analytics Dashboard: $3K/year</a:t>
            </a:r>
          </a:p>
          <a:p>
            <a:pPr>
              <a:defRPr sz="1800"/>
            </a:pPr>
            <a:r>
              <a:t>API Access: $5K+/year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Revenue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Year 1: $150K</a:t>
            </a:r>
          </a:p>
          <a:p>
            <a:pPr>
              <a:defRPr sz="1800"/>
            </a:pPr>
            <a:r>
              <a:t>Year 2: $600K</a:t>
            </a:r>
          </a:p>
          <a:p>
            <a:pPr>
              <a:defRPr sz="1800"/>
            </a:pPr>
            <a:r>
              <a:t>Year 3: $2M</a:t>
            </a:r>
          </a:p>
          <a:p>
            <a:pPr>
              <a:defRPr sz="1800"/>
            </a:pPr>
            <a:r>
              <a:t>Year 5: $12M+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Cloud infrastructure</a:t>
            </a:r>
          </a:p>
          <a:p>
            <a:pPr>
              <a:defRPr sz="1800"/>
            </a:pPr>
            <a:r>
              <a:t>Development &amp; engineering</a:t>
            </a:r>
          </a:p>
          <a:p>
            <a:pPr>
              <a:defRPr sz="1800"/>
            </a:pPr>
            <a:r>
              <a:t>Sales &amp; onboarding</a:t>
            </a:r>
          </a:p>
          <a:p>
            <a:pPr>
              <a:defRPr sz="1800"/>
            </a:pPr>
            <a:r>
              <a:t>Support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70–85% gross margin</a:t>
            </a:r>
          </a:p>
          <a:p>
            <a:pPr>
              <a:defRPr sz="1800"/>
            </a:pPr>
            <a:r>
              <a:t>Break-even Year 2–3</a:t>
            </a:r>
          </a:p>
          <a:p>
            <a:pPr>
              <a:defRPr sz="1800"/>
            </a:pPr>
            <a:r>
              <a:t>Strong recurring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Start with regional associations</a:t>
            </a:r>
          </a:p>
          <a:p>
            <a:pPr>
              <a:defRPr sz="1800"/>
            </a:pPr>
            <a:r>
              <a:t>Expand to clubs &amp; academies</a:t>
            </a:r>
          </a:p>
          <a:p>
            <a:pPr>
              <a:defRPr sz="1800"/>
            </a:pPr>
            <a:r>
              <a:t>Scale to national federations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250M+ players globally</a:t>
            </a:r>
          </a:p>
          <a:p>
            <a:pPr>
              <a:defRPr sz="1800"/>
            </a:pPr>
            <a:r>
              <a:t>Thousands of organisations</a:t>
            </a:r>
          </a:p>
          <a:p>
            <a:pPr>
              <a:defRPr sz="1800"/>
            </a:pPr>
            <a:r>
              <a:t>Large untapped amateur market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$15K revenue per association</a:t>
            </a:r>
          </a:p>
          <a:p>
            <a:pPr>
              <a:defRPr sz="1800"/>
            </a:pPr>
            <a:r>
              <a:t>$2K cost to serve</a:t>
            </a:r>
          </a:p>
          <a:p>
            <a:pPr>
              <a:defRPr sz="1800"/>
            </a:pPr>
            <a:r>
              <a:t>High margin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Recurring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Subscription-based</a:t>
            </a:r>
          </a:p>
          <a:p>
            <a:pPr>
              <a:defRPr sz="1800"/>
            </a:pPr>
            <a:r>
              <a:t>Annual renewals</a:t>
            </a:r>
          </a:p>
          <a:p>
            <a:pPr>
              <a:defRPr sz="1800"/>
            </a:pPr>
            <a:r>
              <a:t>Low churn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Data Monetisation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Player analytics marketplace</a:t>
            </a:r>
          </a:p>
          <a:p>
            <a:pPr>
              <a:defRPr sz="1800"/>
            </a:pPr>
            <a:r>
              <a:t>Scouting insights</a:t>
            </a:r>
          </a:p>
          <a:p>
            <a:pPr>
              <a:defRPr sz="1800"/>
            </a:pPr>
            <a:r>
              <a:t>Media integrations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Risk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Adoption resistance → phased rollout</a:t>
            </a:r>
          </a:p>
          <a:p>
            <a:pPr>
              <a:defRPr sz="1800"/>
            </a:pPr>
            <a:r>
              <a:t>Data privacy → governance</a:t>
            </a:r>
          </a:p>
          <a:p>
            <a:pPr>
              <a:defRPr sz="1800"/>
            </a:pPr>
            <a:r>
              <a:t>Integration → API-first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Scale platform globally</a:t>
            </a:r>
          </a:p>
          <a:p>
            <a:pPr>
              <a:defRPr sz="1800"/>
            </a:pPr>
            <a:r>
              <a:t>Expand sales channels</a:t>
            </a:r>
          </a:p>
          <a:p>
            <a:pPr>
              <a:defRPr sz="1800"/>
            </a:pPr>
            <a:r>
              <a:t>Build data ecosystem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High-margin SaaS platform</a:t>
            </a:r>
          </a:p>
          <a:p>
            <a:pPr>
              <a:defRPr sz="1800"/>
            </a:pPr>
            <a:r>
              <a:t>Scalable global opportunity</a:t>
            </a:r>
          </a:p>
          <a:p>
            <a:pPr>
              <a:defRPr sz="1800"/>
            </a:pPr>
            <a:r>
              <a:t>Digital backbone of football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251</Words>
  <Application>Microsoft Office PowerPoint</Application>
  <PresentationFormat>On-screen Show (4:3)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SoccerRegistry Platform</vt:lpstr>
      <vt:lpstr>Financial Model Overview</vt:lpstr>
      <vt:lpstr>Revenue Streams</vt:lpstr>
      <vt:lpstr>Pricing – Associations</vt:lpstr>
      <vt:lpstr>Pricing – Clubs</vt:lpstr>
      <vt:lpstr>Premium Add-ons</vt:lpstr>
      <vt:lpstr>Revenue Projection</vt:lpstr>
      <vt:lpstr>Cost Structure</vt:lpstr>
      <vt:lpstr>Profitability</vt:lpstr>
      <vt:lpstr>Growth Strategy</vt:lpstr>
      <vt:lpstr>Market Opportunity</vt:lpstr>
      <vt:lpstr>Unit Economics</vt:lpstr>
      <vt:lpstr>Recurring Revenue</vt:lpstr>
      <vt:lpstr>Data Monetisation</vt:lpstr>
      <vt:lpstr>Risk &amp; Mitigation</vt:lpstr>
      <vt:lpstr>Investment Opportunity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AnleyLafleur</dc:creator>
  <cp:keywords/>
  <dc:description>generated using python-pptx</dc:description>
  <cp:lastModifiedBy>Anley Lafleur</cp:lastModifiedBy>
  <cp:revision>1</cp:revision>
  <dcterms:created xsi:type="dcterms:W3CDTF">2013-01-27T09:14:16Z</dcterms:created>
  <dcterms:modified xsi:type="dcterms:W3CDTF">2026-05-01T00:13:41Z</dcterms:modified>
  <cp:category/>
</cp:coreProperties>
</file>