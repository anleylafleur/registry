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48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SoccerRegistry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Player Intelligence &amp; Registration Backbone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Centralised platform for player identity, performance, and lifecycle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data, manual processes, lost player history, inefficient scouting.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250M+ players globally; huge opportunity for unified data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source of truth for all football players globally.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system covering players, clubs, competitions, stats, and scouting.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Player Identity</a:t>
            </a:r>
          </a:p>
          <a:p>
            <a:r>
              <a:t>Registrations</a:t>
            </a:r>
          </a:p>
          <a:p>
            <a:r>
              <a:t>Performance Analytics</a:t>
            </a:r>
          </a:p>
          <a:p>
            <a:r>
              <a:t>Scouting</a:t>
            </a:r>
          </a:p>
          <a:p>
            <a:r>
              <a:t>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SQL Server, Flask backend, Bootstrap frontend, cloud-ready.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logs, role-based access, compliance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decisions, reduced admin effort, enhanced talent visibility.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platform vs fragmented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Associations, clubs, academies, scouts, organisers.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subscriptions, analytics modules, API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regional leagues → expand to national and global.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complete</a:t>
            </a:r>
          </a:p>
          <a:p>
            <a:r>
              <a:t>Next: players, competitions, analytics, cloud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analytics, predictive scouting, global data exchange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backbone of global football player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201</Words>
  <Application>Microsoft Office PowerPoint</Application>
  <PresentationFormat>On-screen Show (4:3)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SoccerRegistry Platform</vt:lpstr>
      <vt:lpstr>Executive Summary</vt:lpstr>
      <vt:lpstr>Problem Statement</vt:lpstr>
      <vt:lpstr>Market Opportunity</vt:lpstr>
      <vt:lpstr>Vision</vt:lpstr>
      <vt:lpstr>Platform Overview</vt:lpstr>
      <vt:lpstr>Core Capabilities</vt:lpstr>
      <vt:lpstr>Technology Architecture</vt:lpstr>
      <vt:lpstr>Data Governance</vt:lpstr>
      <vt:lpstr>Strategic Value</vt:lpstr>
      <vt:lpstr>Competitive Advantage</vt:lpstr>
      <vt:lpstr>Target Users</vt:lpstr>
      <vt:lpstr>Revenue Model</vt:lpstr>
      <vt:lpstr>Go-To-Market</vt:lpstr>
      <vt:lpstr>Roadmap</vt:lpstr>
      <vt:lpstr>Future Vision</vt:lpstr>
      <vt:lpstr>Closing Statement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AnleyLafleur</dc:creator>
  <cp:keywords/>
  <dc:description>generated using python-pptx</dc:description>
  <cp:lastModifiedBy>Anley Lafleur</cp:lastModifiedBy>
  <cp:revision>1</cp:revision>
  <dcterms:created xsi:type="dcterms:W3CDTF">2013-01-27T09:14:16Z</dcterms:created>
  <dcterms:modified xsi:type="dcterms:W3CDTF">2026-05-01T00:10:21Z</dcterms:modified>
  <cp:category/>
</cp:coreProperties>
</file>